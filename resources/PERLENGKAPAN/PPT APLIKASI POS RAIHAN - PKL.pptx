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91" r:id="rId2"/>
    <p:sldId id="295" r:id="rId3"/>
    <p:sldId id="281" r:id="rId4"/>
    <p:sldId id="276" r:id="rId5"/>
    <p:sldId id="257" r:id="rId6"/>
    <p:sldId id="274" r:id="rId7"/>
    <p:sldId id="282" r:id="rId8"/>
    <p:sldId id="302" r:id="rId9"/>
    <p:sldId id="326" r:id="rId10"/>
    <p:sldId id="304" r:id="rId11"/>
    <p:sldId id="303" r:id="rId12"/>
    <p:sldId id="325" r:id="rId13"/>
    <p:sldId id="308" r:id="rId14"/>
    <p:sldId id="323" r:id="rId15"/>
    <p:sldId id="309" r:id="rId16"/>
    <p:sldId id="306" r:id="rId17"/>
    <p:sldId id="310" r:id="rId18"/>
    <p:sldId id="311" r:id="rId19"/>
    <p:sldId id="312" r:id="rId20"/>
    <p:sldId id="317" r:id="rId21"/>
    <p:sldId id="313" r:id="rId22"/>
    <p:sldId id="318" r:id="rId23"/>
    <p:sldId id="314" r:id="rId24"/>
    <p:sldId id="315" r:id="rId25"/>
    <p:sldId id="316" r:id="rId26"/>
    <p:sldId id="307" r:id="rId27"/>
    <p:sldId id="319" r:id="rId28"/>
    <p:sldId id="320" r:id="rId29"/>
    <p:sldId id="321" r:id="rId30"/>
    <p:sldId id="322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05" r:id="rId41"/>
    <p:sldId id="32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7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57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9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2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85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79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4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97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25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0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05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3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2F90B-046F-4116-84A3-BB2743CCB072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8YFDYMrGRzPrxVFVYTaGI6/Prototyping-in-Figma?node-id=0-1&amp;p=f&amp;t=qInI0brsGvnm1Ve7-0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E431D2B-4C5A-A0D7-1854-0FDC45DEB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4" name="image1.png">
            <a:extLst>
              <a:ext uri="{FF2B5EF4-FFF2-40B4-BE49-F238E27FC236}">
                <a16:creationId xmlns:a16="http://schemas.microsoft.com/office/drawing/2014/main" id="{C31B3703-4A09-11B2-BBCB-E95C4D33DF2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1414" y="3878926"/>
            <a:ext cx="2372043" cy="237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4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1DAEE-4F65-723A-FB09-67C7C73B1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205343-EC0C-B69B-B24B-F707E3B92C57}"/>
              </a:ext>
            </a:extLst>
          </p:cNvPr>
          <p:cNvSpPr txBox="1"/>
          <p:nvPr/>
        </p:nvSpPr>
        <p:spPr>
          <a:xfrm>
            <a:off x="2522164" y="1596284"/>
            <a:ext cx="63053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750"/>
              </a:spcAft>
            </a:pPr>
            <a:r>
              <a:rPr lang="en-US" sz="7200" b="1" i="0" dirty="0">
                <a:effectLst/>
                <a:latin typeface="Arial Rounded MT Bold" panose="020F0704030504030204" pitchFamily="34" charset="0"/>
              </a:rPr>
              <a:t>BAGIAN </a:t>
            </a:r>
            <a:r>
              <a:rPr lang="en-US" sz="7200" b="1" dirty="0">
                <a:latin typeface="Arial Rounded MT Bold" panose="020F0704030504030204" pitchFamily="34" charset="0"/>
              </a:rPr>
              <a:t>1</a:t>
            </a:r>
            <a:endParaRPr lang="en-US" sz="7200" b="1" i="0" dirty="0">
              <a:effectLst/>
              <a:latin typeface="Arial Rounded MT Bold" panose="020F07040305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CE84C5-192E-4447-FC71-649D0ADC8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084" y="3541222"/>
            <a:ext cx="6550430" cy="2294918"/>
          </a:xfrm>
        </p:spPr>
        <p:txBody>
          <a:bodyPr/>
          <a:lstStyle/>
          <a:p>
            <a:r>
              <a:rPr lang="sv-SE" dirty="0"/>
              <a:t>Analisis Kebutuhan Aplikasi</a:t>
            </a:r>
          </a:p>
          <a:p>
            <a:r>
              <a:rPr lang="sv-SE" dirty="0"/>
              <a:t>Pengujian Aspek Fungsinalitas Aplikasi</a:t>
            </a:r>
          </a:p>
          <a:p>
            <a:r>
              <a:rPr lang="sv-SE" dirty="0"/>
              <a:t>Kesimpulan dan Saran Pengembangan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018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16710-7C2B-22D6-E2FC-4285AB674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EF151-E614-B7E2-972B-B3A349A5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182" y="219982"/>
            <a:ext cx="11664417" cy="563789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Jadwal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Pembuatan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33A574-7F62-CCC6-C0DE-D86367A395D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013326" y="-1458990"/>
            <a:ext cx="825086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6CB4B7-DD3B-1A4F-9963-0CF5613D7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290991"/>
            <a:ext cx="9912718" cy="471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52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5 Cara Ini Dapat Meningkatkan Kemampuan Berpikir Kreatif!">
            <a:extLst>
              <a:ext uri="{FF2B5EF4-FFF2-40B4-BE49-F238E27FC236}">
                <a16:creationId xmlns:a16="http://schemas.microsoft.com/office/drawing/2014/main" id="{CD51A3CA-37B0-DF76-72AC-DFEEFD7CA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236" y="3342373"/>
            <a:ext cx="3930885" cy="213803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879" y="926536"/>
            <a:ext cx="9086248" cy="5580142"/>
          </a:xfrm>
        </p:spPr>
        <p:txBody>
          <a:bodyPr>
            <a:normAutofit/>
          </a:bodyPr>
          <a:lstStyle/>
          <a:p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proses </a:t>
            </a:r>
            <a:r>
              <a:rPr lang="en-ID" dirty="0" err="1"/>
              <a:t>Transaksi</a:t>
            </a:r>
            <a:r>
              <a:rPr lang="en-ID" dirty="0"/>
              <a:t> pada </a:t>
            </a:r>
            <a:r>
              <a:rPr lang="en-ID" dirty="0" err="1"/>
              <a:t>sebuah</a:t>
            </a:r>
            <a:r>
              <a:rPr lang="en-ID" dirty="0"/>
              <a:t> cafe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manual,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pencatatan</a:t>
            </a:r>
            <a:r>
              <a:rPr lang="en-ID" dirty="0"/>
              <a:t> </a:t>
            </a:r>
            <a:r>
              <a:rPr lang="en-ID" dirty="0" err="1"/>
              <a:t>pesanan</a:t>
            </a:r>
            <a:r>
              <a:rPr lang="en-ID" dirty="0"/>
              <a:t>, </a:t>
            </a:r>
            <a:r>
              <a:rPr lang="en-ID" dirty="0" err="1"/>
              <a:t>transaksi</a:t>
            </a:r>
            <a:r>
              <a:rPr lang="en-ID" dirty="0"/>
              <a:t>, dan juga </a:t>
            </a:r>
            <a:r>
              <a:rPr lang="en-ID" dirty="0" err="1"/>
              <a:t>Laporan</a:t>
            </a:r>
            <a:r>
              <a:rPr lang="en-ID" dirty="0"/>
              <a:t>. Hal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proses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efektif</a:t>
            </a:r>
            <a:r>
              <a:rPr lang="en-ID" dirty="0"/>
              <a:t>,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kesalahan</a:t>
            </a:r>
            <a:r>
              <a:rPr lang="en-ID" dirty="0"/>
              <a:t> </a:t>
            </a:r>
            <a:r>
              <a:rPr lang="en-ID" dirty="0" err="1"/>
              <a:t>pencatatan</a:t>
            </a:r>
            <a:r>
              <a:rPr lang="en-ID" dirty="0"/>
              <a:t> </a:t>
            </a:r>
            <a:r>
              <a:rPr lang="en-ID" dirty="0" err="1"/>
              <a:t>pesanan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membutuhkan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lama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pengelolaan</a:t>
            </a:r>
            <a:r>
              <a:rPr lang="en-ID" dirty="0"/>
              <a:t> </a:t>
            </a:r>
            <a:r>
              <a:rPr lang="en-ID" dirty="0" err="1"/>
              <a:t>pesanan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pengunjung</a:t>
            </a:r>
            <a:r>
              <a:rPr lang="en-ID" dirty="0"/>
              <a:t> yang sangat </a:t>
            </a:r>
            <a:r>
              <a:rPr lang="en-ID" dirty="0" err="1"/>
              <a:t>ramai</a:t>
            </a:r>
            <a:r>
              <a:rPr lang="en-ID" dirty="0"/>
              <a:t>.</a:t>
            </a:r>
            <a:endParaRPr lang="id-ID" sz="1400" dirty="0"/>
          </a:p>
          <a:p>
            <a:r>
              <a:rPr lang="id-ID" dirty="0"/>
              <a:t>Tujuan:</a:t>
            </a:r>
          </a:p>
          <a:p>
            <a:pPr marL="577850" indent="-241300">
              <a:buFont typeface="Calibri" panose="020F0502020204030204" pitchFamily="34" charset="0"/>
              <a:buChar char="⁻"/>
            </a:pPr>
            <a:r>
              <a:rPr lang="en-ID" dirty="0" err="1"/>
              <a:t>Mempermudah</a:t>
            </a:r>
            <a:r>
              <a:rPr lang="en-ID" dirty="0"/>
              <a:t> proses </a:t>
            </a:r>
            <a:r>
              <a:rPr lang="en-ID" dirty="0" err="1"/>
              <a:t>pendataan</a:t>
            </a:r>
            <a:r>
              <a:rPr lang="en-ID" dirty="0"/>
              <a:t> dan </a:t>
            </a:r>
            <a:r>
              <a:rPr lang="en-ID" dirty="0" err="1"/>
              <a:t>transaksi</a:t>
            </a:r>
            <a:endParaRPr lang="en-ID" dirty="0"/>
          </a:p>
          <a:p>
            <a:pPr marL="577850" indent="-241300">
              <a:buFont typeface="Calibri" panose="020F0502020204030204" pitchFamily="34" charset="0"/>
              <a:buChar char="⁻"/>
            </a:pP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 </a:t>
            </a:r>
          </a:p>
          <a:p>
            <a:pPr marL="577850" indent="-241300">
              <a:buFont typeface="Calibri" panose="020F0502020204030204" pitchFamily="34" charset="0"/>
              <a:buChar char="⁻"/>
            </a:pP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efisiensi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</a:p>
          <a:p>
            <a:pPr marL="577850" indent="-241300">
              <a:buFont typeface="Calibri" panose="020F0502020204030204" pitchFamily="34" charset="0"/>
              <a:buChar char="⁻"/>
            </a:pPr>
            <a:r>
              <a:rPr lang="en-ID" dirty="0"/>
              <a:t>Membuat </a:t>
            </a:r>
            <a:r>
              <a:rPr lang="en-ID" dirty="0" err="1"/>
              <a:t>pengelolaan</a:t>
            </a:r>
            <a:r>
              <a:rPr lang="en-ID" dirty="0"/>
              <a:t> data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efektif</a:t>
            </a:r>
            <a:r>
              <a:rPr lang="en-ID" dirty="0"/>
              <a:t> dan </a:t>
            </a:r>
            <a:r>
              <a:rPr lang="en-ID" dirty="0" err="1"/>
              <a:t>terorganisir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75183" y="219982"/>
            <a:ext cx="760911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Bagian 1-&gt;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Kebutuhan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602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75183" y="219982"/>
            <a:ext cx="108092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Kebutuhan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-&gt;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kuesioner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(G-Form)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ECD5FB-B378-9B06-E18E-B5415E9E4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65" y="991205"/>
            <a:ext cx="5042535" cy="2215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F088BC-BB20-C375-868A-3B272F65F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464" y="3640976"/>
            <a:ext cx="5042535" cy="2209165"/>
          </a:xfrm>
          <a:prstGeom prst="rect">
            <a:avLst/>
          </a:prstGeom>
        </p:spPr>
      </p:pic>
      <p:pic>
        <p:nvPicPr>
          <p:cNvPr id="4098" name="Picture 2" descr="Cara Mengisi Kuesioner Sensus Penduduk 2020, Siapkan 3 Dokumen Ini -  TribunNews.com">
            <a:extLst>
              <a:ext uri="{FF2B5EF4-FFF2-40B4-BE49-F238E27FC236}">
                <a16:creationId xmlns:a16="http://schemas.microsoft.com/office/drawing/2014/main" id="{2B194208-546F-211B-24D2-D6119072B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858" y="991206"/>
            <a:ext cx="4890083" cy="274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Pengisian Indeks Profesionalitas ASN Pemprov Kaltim, BKD Lakukan Verifikasi  Data - BKD. Prov.Kaltim">
            <a:extLst>
              <a:ext uri="{FF2B5EF4-FFF2-40B4-BE49-F238E27FC236}">
                <a16:creationId xmlns:a16="http://schemas.microsoft.com/office/drawing/2014/main" id="{FA54CA50-900F-7499-587E-5372D8EB5A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10" b="26034"/>
          <a:stretch/>
        </p:blipFill>
        <p:spPr bwMode="auto">
          <a:xfrm>
            <a:off x="6697856" y="3830175"/>
            <a:ext cx="4890085" cy="2217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165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75182" y="219982"/>
            <a:ext cx="11489585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Bagian 1-&gt;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Kebutuhan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-&gt; Matrik Fitur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32B257-C7BA-9981-2B67-5D79A01E3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002" y="1126235"/>
            <a:ext cx="5443950" cy="5698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39E044-596F-B225-32F0-8C7817A4A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32" y="1126235"/>
            <a:ext cx="5768768" cy="30688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F1FEE6-1980-84A3-AAFE-1343DCE3A2C7}"/>
              </a:ext>
            </a:extLst>
          </p:cNvPr>
          <p:cNvSpPr txBox="1"/>
          <p:nvPr/>
        </p:nvSpPr>
        <p:spPr>
          <a:xfrm>
            <a:off x="327232" y="783771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id-ID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Matrik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Kebutuhan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CE06AA-83F1-BA62-197C-F095C92B6A90}"/>
              </a:ext>
            </a:extLst>
          </p:cNvPr>
          <p:cNvSpPr txBox="1"/>
          <p:nvPr/>
        </p:nvSpPr>
        <p:spPr>
          <a:xfrm>
            <a:off x="6543002" y="756903"/>
            <a:ext cx="4936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id-ID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Fitur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874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460BA82B-4E2D-1DD9-0BF3-44552FAB0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254" y="3429000"/>
            <a:ext cx="4923592" cy="20642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183" y="219982"/>
            <a:ext cx="11300350" cy="56378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Bagian 1-&gt;  DESAIN PROTOTYPE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 flipV="1">
            <a:off x="8013326" y="-1458990"/>
            <a:ext cx="825086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F5A63-222E-8897-98BE-B8C9C66EA06B}"/>
              </a:ext>
            </a:extLst>
          </p:cNvPr>
          <p:cNvSpPr txBox="1"/>
          <p:nvPr/>
        </p:nvSpPr>
        <p:spPr>
          <a:xfrm>
            <a:off x="671515" y="5947366"/>
            <a:ext cx="110040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sz="2400" b="1" i="0" dirty="0">
                <a:effectLst/>
                <a:latin typeface="Google Sans"/>
              </a:rPr>
              <a:t>Prototype </a:t>
            </a:r>
            <a:r>
              <a:rPr lang="en-US" sz="2400" b="1" i="0" dirty="0" err="1">
                <a:effectLst/>
                <a:latin typeface="Google Sans"/>
              </a:rPr>
              <a:t>selengkapnya</a:t>
            </a:r>
            <a:r>
              <a:rPr lang="en-US" sz="2400" b="1" i="0" dirty="0">
                <a:effectLst/>
                <a:latin typeface="Google Sans"/>
              </a:rPr>
              <a:t> </a:t>
            </a:r>
            <a:r>
              <a:rPr lang="en-US" sz="2400" b="1" i="0" dirty="0" err="1">
                <a:effectLst/>
                <a:latin typeface="Google Sans"/>
              </a:rPr>
              <a:t>dapat</a:t>
            </a:r>
            <a:r>
              <a:rPr lang="en-US" sz="2400" b="1" i="0" dirty="0">
                <a:effectLst/>
                <a:latin typeface="Google Sans"/>
              </a:rPr>
              <a:t> </a:t>
            </a:r>
            <a:r>
              <a:rPr lang="en-US" sz="2400" b="1" i="0" dirty="0" err="1">
                <a:effectLst/>
                <a:latin typeface="Google Sans"/>
              </a:rPr>
              <a:t>dilihat</a:t>
            </a:r>
            <a:r>
              <a:rPr lang="en-US" sz="2400" b="1" dirty="0">
                <a:latin typeface="Google Sans"/>
              </a:rPr>
              <a:t> pada link FIGMA </a:t>
            </a:r>
            <a:r>
              <a:rPr lang="en-US" sz="2400" b="1" dirty="0" err="1">
                <a:latin typeface="Google Sans"/>
              </a:rPr>
              <a:t>berikut</a:t>
            </a:r>
            <a:r>
              <a:rPr lang="en-US" sz="2400" b="1" dirty="0">
                <a:latin typeface="Google Sans"/>
              </a:rPr>
              <a:t> : </a:t>
            </a:r>
          </a:p>
          <a:p>
            <a:pPr algn="l" fontAlgn="ctr"/>
            <a:r>
              <a:rPr lang="en-US" sz="1600" b="0" i="0" dirty="0">
                <a:effectLst/>
                <a:latin typeface="Google Sans"/>
                <a:hlinkClick r:id="rId3"/>
              </a:rPr>
              <a:t>https://www.figma.com/design/8YFDYMrGRzPrxVFVYTaGI6/Prototyping-in-Figma?node-id=0-1&amp;p=f&amp;t=qInI0brsGvnm1Ve7-0</a:t>
            </a:r>
            <a:r>
              <a:rPr lang="en-US" sz="1600" b="0" i="0" dirty="0">
                <a:effectLst/>
                <a:latin typeface="Google Sans"/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08A159-2D1D-51FB-B94D-0CF05B30E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30" y="3429000"/>
            <a:ext cx="4414780" cy="19401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7F3FCA-D244-A001-F54D-3F3AB3E0E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863" y="907896"/>
            <a:ext cx="4414780" cy="22501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6E4A30E-AD8F-071D-5DE5-31DDBE411B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8254" y="1061144"/>
            <a:ext cx="4870143" cy="21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83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Perancangan 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83E3B4-58AE-0C07-704A-3BA61EBFB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585" y="982522"/>
            <a:ext cx="8875774" cy="603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02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 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Diagram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398FD-33C5-9166-B8F6-705D7D20CBDF}"/>
              </a:ext>
            </a:extLst>
          </p:cNvPr>
          <p:cNvSpPr txBox="1"/>
          <p:nvPr/>
        </p:nvSpPr>
        <p:spPr>
          <a:xfrm>
            <a:off x="3048802" y="324674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368F9-2D41-737B-94DE-507B90AD7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649" y="718036"/>
            <a:ext cx="6908757" cy="613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24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 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Squences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Diagram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6E644F-07CC-66B4-3864-6F188593D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951" y="1388318"/>
            <a:ext cx="8452471" cy="457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4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Perancangan 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 Desain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PHPMyAdmin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6B54C4-3952-43DC-6D82-0FC7BAD83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51" y="1101605"/>
            <a:ext cx="10668548" cy="465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67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 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Pembimbing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743429-866F-29A0-751C-B54066B76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740" y="870858"/>
            <a:ext cx="4817259" cy="57796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ACCF8D-AC56-38D6-D079-AC0F8B839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846" y="1171219"/>
            <a:ext cx="5573067" cy="290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955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TreeDiagram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7CC263-594B-17A0-96D0-6742345D7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070"/>
            <a:ext cx="12192000" cy="599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21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 Web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7D915-F86C-B02D-A692-78A0183C0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72" y="671603"/>
            <a:ext cx="11078906" cy="618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20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 List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DE03FD-4B18-19F0-C1D1-8A2DF7FAF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75" y="769793"/>
            <a:ext cx="11513142" cy="675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90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Landing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E7C4A6-9480-63F8-C9B2-493051F73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33" y="704848"/>
            <a:ext cx="10356985" cy="592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31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 User &amp;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Anggota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E22463-B3C7-D199-8A35-D070F34EA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70" y="704848"/>
            <a:ext cx="10708332" cy="601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2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1306-91AF-E4BF-7570-D8C115308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62F4ABC-829D-D6B0-B876-9F465336A96E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Owner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2B1F81-DDD8-30E5-7AC9-BF3EE223A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73651"/>
            <a:ext cx="10181281" cy="604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62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FE8A0-199C-AC7B-02BF-41128E08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053AE31-3EDF-4F32-4EC9-01311725019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Kelola User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4D04B5-1632-0B3C-80C3-4507F6B96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433"/>
            <a:ext cx="12179926" cy="553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11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FE8A0-199C-AC7B-02BF-41128E08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053AE31-3EDF-4F32-4EC9-01311725019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Tampil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A9498B-CEFD-D151-37B4-3325286A9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4848"/>
            <a:ext cx="12179926" cy="564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27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40EF1-3E63-C025-52BD-BEF61E81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24D96A9-EDAB-0985-8FF9-7EB218C25EC7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Kelola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Pelanggan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815555-2551-2058-1E87-2F1D9F656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89" y="704848"/>
            <a:ext cx="11359955" cy="58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673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FE8A0-199C-AC7B-02BF-41128E08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053AE31-3EDF-4F32-4EC9-01311725019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Tampil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Pelanggan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053368-DD0D-6EFD-C5DF-E9DFE1A71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86" y="795528"/>
            <a:ext cx="11337628" cy="572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00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F4E8D-B114-7998-5D39-CD4B0F5DA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FA7292B-9695-C369-A4D6-8E9B6382C29A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Kelola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Produk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082C21-F70B-471B-F8F5-CF0DF6B9A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83" y="704848"/>
            <a:ext cx="10472606" cy="545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77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111DB-275D-491F-DD31-9DC13A491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3DE220B-07E2-5B5A-2190-D90F96C03174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Tampilan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Resep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Produk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DB302-1707-22EC-83B2-9F75E5009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47" y="793358"/>
            <a:ext cx="9704510" cy="497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85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C1A9-FF16-8FE8-B1BB-351BA4955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2D0935-9147-90ED-D974-F68A3D7CE4C9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Meja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8BDAC9-FEFA-9ED9-4B9B-1CDBAE3A6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83" y="723134"/>
            <a:ext cx="10347888" cy="541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177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Pemesanan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Produk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8B4574-21A9-6C73-9209-F6D5CB516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83" y="704848"/>
            <a:ext cx="10494323" cy="547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69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Pembayaran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A0EEB-EAFA-CB14-D0DA-1AF568759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1" y="806315"/>
            <a:ext cx="11561123" cy="497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01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Cetak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Struk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D32DE3-4340-374E-AEDB-647E138A4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09" y="685659"/>
            <a:ext cx="11303581" cy="548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12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Riwayat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Transaksi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9CC88C-5654-CDA2-31BB-7B7FE7F8C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83" y="704848"/>
            <a:ext cx="10774739" cy="571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523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03EE9A-4A85-17D3-52C3-DF84750B0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834891"/>
            <a:ext cx="12179926" cy="51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1268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A76C0-F95B-BF71-9A9E-E5BAABC6D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" y="411480"/>
            <a:ext cx="10808208" cy="76809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</a:t>
            </a:r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Pelanggan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E74A39-F071-ABF0-B966-25C0F21F5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062" y="1179576"/>
            <a:ext cx="10018347" cy="509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015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2FF3F-0D90-7F1E-CA79-1F4B9B53C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DC15603-625B-94F9-041B-F3B4DAA52719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 Cafe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A0404-62C1-6EB2-99D5-C8E7BFE31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993002"/>
            <a:ext cx="11408341" cy="531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428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96D18-4E43-C816-5C45-A36D2D4A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1A082C0-4081-B9CF-7D76-72150641A0D3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Keranjang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E1E0F4-574D-18A4-2CB7-8B8E90B33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749162"/>
            <a:ext cx="12179926" cy="53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27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9C641-FE4B-024D-2D18-F3575D886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6E9AF6D-92EF-4B6A-96CC-3F11066D9FD2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Checkout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B9A4FC-A8FF-9541-4ABF-DF20331FF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594835"/>
            <a:ext cx="12179926" cy="621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5487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1EFBA-CFB2-E5E5-3CC8-31E3B756D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21E0EE1-7DD5-4C34-E6E2-F161A6E3D6AB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Pembayaran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Langsung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843523-B451-6615-5A31-C4F5BF773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268"/>
            <a:ext cx="11003339" cy="604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877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10480-28F2-116B-323A-2154870DB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D8E156-6118-6266-5D42-04744D121E6B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Ulasan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3B28A-FE61-2A1E-56D7-2824D16C1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863468"/>
            <a:ext cx="12179926" cy="5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1998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423A4-5A7F-1E0D-FC8A-20D5D5684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8BA6D10-39BE-6F0B-4327-692D3D1BAF14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Wishlist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084B05-B788-34E2-6E47-E4F191877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" y="895220"/>
            <a:ext cx="12122773" cy="506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0693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F8F40-0781-830F-025D-1E119CD9E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A4EEC9-BE21-B375-987B-ACF8AA0B698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Pesanan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Masuk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F3900F-2E3F-C6C1-97D4-A685DCF4F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1371494"/>
            <a:ext cx="12179926" cy="411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978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36C16-532B-9A3D-8EC3-05E82299E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8F5F143-9F84-27FA-8D36-9EE0685AA88A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Pembayaran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Pelanggan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1BCE95-09B4-4674-9338-18DF82E2F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768213"/>
            <a:ext cx="12179926" cy="532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488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Version Control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D8ABAD-C198-9A62-5763-B52A50CA5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83" y="585167"/>
            <a:ext cx="10290769" cy="60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006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450740" y="2103437"/>
            <a:ext cx="7927174" cy="1325563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Sekian</a:t>
            </a:r>
            <a:r>
              <a:rPr lang="id-ID" b="1">
                <a:solidFill>
                  <a:srgbClr val="FF000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 </a:t>
            </a:r>
            <a:r>
              <a:rPr lang="id-ID" b="1" dirty="0">
                <a:solidFill>
                  <a:srgbClr val="FF000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&amp; Terima kasih</a:t>
            </a:r>
            <a:endParaRPr lang="en-US" b="1" dirty="0">
              <a:solidFill>
                <a:srgbClr val="FF0000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E4A8DA86-8761-5A08-7EBC-1EC6D12F101A}"/>
              </a:ext>
            </a:extLst>
          </p:cNvPr>
          <p:cNvSpPr txBox="1">
            <a:spLocks/>
          </p:cNvSpPr>
          <p:nvPr/>
        </p:nvSpPr>
        <p:spPr>
          <a:xfrm>
            <a:off x="3450740" y="3875780"/>
            <a:ext cx="7927174" cy="754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(Untuk Fungsionalitas akan dilakukan Simulasi Secara Langsung)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Terima Kasih Pesan Poster - Gambar gratis di Pixabay">
            <a:extLst>
              <a:ext uri="{FF2B5EF4-FFF2-40B4-BE49-F238E27FC236}">
                <a16:creationId xmlns:a16="http://schemas.microsoft.com/office/drawing/2014/main" id="{6115C298-0861-CF72-249E-BD27F7225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38" y="853194"/>
            <a:ext cx="3214032" cy="478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447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2864</TotalTime>
  <Words>526</Words>
  <Application>Microsoft Office PowerPoint</Application>
  <PresentationFormat>Widescreen</PresentationFormat>
  <Paragraphs>54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Arial Rounded MT Bold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Bagian 1-&gt; Jadwal Pembuatan Aplikasi</vt:lpstr>
      <vt:lpstr>PowerPoint Presentation</vt:lpstr>
      <vt:lpstr>PowerPoint Presentation</vt:lpstr>
      <vt:lpstr>PowerPoint Presentation</vt:lpstr>
      <vt:lpstr>Bagian 1-&gt;  DESAIN PROTOTYPE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Bagian 1-&gt; Uji Fitur-&gt; (Dashboard Pelanggan)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Sekian &amp; 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Aplikasi Pendataan Penduduk Di DisCapil Kota Langsa</dc:title>
  <dc:creator>MITA</dc:creator>
  <cp:lastModifiedBy>halimatussadiah2024@outlook.com</cp:lastModifiedBy>
  <cp:revision>36</cp:revision>
  <dcterms:created xsi:type="dcterms:W3CDTF">2024-01-17T03:37:04Z</dcterms:created>
  <dcterms:modified xsi:type="dcterms:W3CDTF">2026-06-06T05:21:47Z</dcterms:modified>
</cp:coreProperties>
</file>